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Design Review v2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원스탑 전환 고객동의 서비스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팀: 계발개발 | CSS플랫폼팀 / ConsumerPI팀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2026.04.17 | 서버 신규 개발 | CDR v2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CDR 표준 구성 v2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731520" cy="27432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개발 개요 (배경/목적, 범위, 기술 스택, FQD, 일정)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서비스/시스템 개념도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시스템 구성도 (SW Architecture)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 서비스 흐름도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 품질지표 및 테스트 결과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VI. Kiro 기능 적용 (Steering / Hook / Power)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VII. 조직구성 및 향후 적용방안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VIII. 이슈 및 해결방안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IX. 로드맵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개발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배경/목적/범위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731520" cy="27432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45720" cy="594360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058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00584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Ucube 웹서비스 미제공 → 미들웨어 의존. 3개 화면 오너쉽 불명확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45720" cy="594360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830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7830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원스탑 전환 고객동의 웹 화면 구축 (MMS → 동의 → 인증 → 해지)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45720" cy="594360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5603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56032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SPA (Step 1~4+완료) + 관리자 시스템 (8개 탭) + REST API 21개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45720" cy="594360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375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333756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AI+DLC 역할 경험 + 프로토타입 → 실제 운영 적용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개발 범위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추가 기능 포함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731520" cy="27432"/>
          </a:xfrm>
          <a:prstGeom prst="rect">
            <a:avLst/>
          </a:prstGeom>
          <a:solidFill>
            <a:srgbClr val="E60012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3657600"/>
                <a:gridCol w="4572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기능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프론트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서비스 안내 (Step 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안내문구 + 전환절차 (DB 버전관리)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프론트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동의 처리 (Step 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필수/선택 동의, 전체 동의, 뒤로가기 억제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프론트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본인인증 (Step 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전화번호 + 인증번호 + 2분30초 타이머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프론트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해지 신청 (Step 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신청자 정보 표시, 접수번호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백엔드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안내문구 관리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6개 카테고리 + 마케팅 + 전환절차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백엔드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공지사항 관리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 첨부 (Base64) + 자동 비활성화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백엔드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Ucube 연동정보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AES-256 암호화 + 환경별 분리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관리자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대시보드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통계 카드 + 상태별 진척 + 최근 신청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관리자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신청현황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세션별 상세 조회 + 이름 마스킹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관리자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운영 매뉴얼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파일 첨부 + 이미지 뷰어 (줌)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관리자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탭 드래그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메뉴 순서 변경 (HTML5 DnD)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기술 스택 / FQD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40% / Quality 30% / Delivery 30%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731520" cy="27432"/>
          </a:xfrm>
          <a:prstGeom prst="rect">
            <a:avLst/>
          </a:prstGeom>
          <a:solidFill>
            <a:srgbClr val="E60012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3840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19 + TypeScript + Vite 6 + Tailwind CSS 4 + Zustand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 22 + Express 5 + TypeScript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 3 (WAL) + better-sqlite3 (11개 테이블)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Vitest + fast-check + supertest (304개 테스트)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암호화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AES-256-CBC (Node.js crypto)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향후 AWS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CloudFront + API Gateway + Lambda + RDS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914400"/>
          <a:ext cx="4114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18288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FQD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고객 흐름 완료율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1~4 100%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관리자 기능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8개 탭 구현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테스트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304개 통과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에러 처리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12개 코드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태스크 완료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21개 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커밋 규칙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Conventional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서비스/시스템 개념도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원스탑 전환 서비스 전체 흐름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731520" cy="27432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고객 → 신규사업자: 원스톱 신청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신규사업자 → 관리기관(KTOA): 해지신청접수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관리기관 → 이전사업자(LGU+): 해지신청전달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이전사업자 → 고객: 해지의사확인 (MMS 발송) 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이전사업자: 예약해지접수 (원스톱전담) 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관리기관 → 신규사업자: 해지접수결과통보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신규사업자 → 관리기관: 해지결과전달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신규사업자 → 고객: 개통처리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⑨ 관리기관 → 이전사업자: 개통결과전달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⑩ 이전사업자 → 고객: 해지결과통보 (SMS)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본 프로젝트 범위: ④~⑤ 고객 동의 웹 화면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시스템 구성도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 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731520" cy="27432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20116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(React 19 SPA)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고객: ServiceGuide, Consent, Auth, Transfer, Completion, SessionEnd, NoticeBar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관리자: Dashboard, ContentMgr, NoticeMgr, TransferStatus, UcubeCfg, EnvCfg, ManualMgr, AdminLogin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State: consentStore + adminStore (Zustand)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API: api.ts + adminApi.ts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114800" cy="201168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(Express 5 API)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Routes: consentRoutes + adminRoutes + noticeRoutes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6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Services: Consent, Auth, Transfer, Content, Notice, UcubeConfig, AdminAuth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Infra: EnvironmentManager + ErrorHandler + Database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3776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Middleware: adminAuthMiddleware + errorHandler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0" y="3200400"/>
            <a:ext cx="5486400" cy="137160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3200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3 (WAL) — 11개 테이블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35204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sessions, consent_records, auth_attempts, transfer_records, completion_records,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admins, content_versions, notices, ucube_configs, change_logs, manuals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 품질지표 및 테스트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731520" cy="27432"/>
          </a:xfrm>
          <a:prstGeom prst="rect">
            <a:avLst/>
          </a:prstGeom>
          <a:solidFill>
            <a:srgbClr val="E60012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45720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백엔드 단위 테스트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300개 통과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서비스 + 6 라우트 + 미들웨어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프론트엔드 테스트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4개 통과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컴포넌트 렌더링 + 스토어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통합 테스트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포함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supertest 기반 전체 흐름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에러 코드 체계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12개 정의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 상태 코드 매핑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암호화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AES-256-CBC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Ucube 연동정보 암호화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환경 분리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test/production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NODE_ENV 자동 식별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TDD 방식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Red-Green-Refactor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모든 비즈니스 로직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Steering 규칙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10개 파일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api-contract, react-patterns 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Hook 자동화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3개 등록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커밋, API 검증, DB 보존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VI. Kiro 기능 적용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/ Hook / Power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731520" cy="27432"/>
          </a:xfrm>
          <a:prstGeom prst="rect">
            <a:avLst/>
          </a:prstGeom>
          <a:solidFill>
            <a:srgbClr val="E60012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004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기능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적용 사례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효과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Steering: self-review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매 태스크 완료 시 체크리스트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기능/테스트/보안 자동 검증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Steering: api-contract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파일 수정 시 필드명 검증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FE-BE 계약 오류 차단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Steering: react-patterns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TSX 수정 시 as/dep 검증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Babel 파싱 에러 방지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Steering: db-schema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database.ts 수정 시 백업 안내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 유실 방지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Hook: postTaskExecution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태스크 완료 → 체크리스트 → 커밋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자동 커밋 + 품질 보장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Hook: preToolUse (write)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5가지 반복 오류 패턴 검증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동일 실수 재발 방지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Hook: preToolUse (shell)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 삭제 시 백업/복원 강제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공지/매뉴얼 보존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Power: document-suite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PptxGenJS 발표자료 자동 생성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수작업 90% 절감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Power: cdr-writer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CDR 표준 문서 자동 생성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CDR v1/v2 자동 생성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VII. 조직구성 및 향후 적용방안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731520" cy="27432"/>
          </a:xfrm>
          <a:prstGeom prst="rect">
            <a:avLst/>
          </a:prstGeom>
          <a:solidFill>
            <a:srgbClr val="E60012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1371600"/>
                <a:gridCol w="5029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소속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향후 Kiro 활용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이명용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ConsumerPI팀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Spec으로 요구사항 초안, Inception 계획서 주도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하태규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CSS플랫폼팀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문서 정의, Steering으로 기획 표준화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오두환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CSS플랫폼팀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Tasks 기반 TDD, Hook으로 품질 자동 검증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이희영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DevOps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CSS플랫폼팀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IaC Spec 정의, CI/CD에 테스트 통합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VIII. 이슈 및 해결방안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 개발 중 발견 + 해결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731520" cy="27432"/>
          </a:xfrm>
          <a:prstGeom prst="rect">
            <a:avLst/>
          </a:prstGeom>
          <a:solidFill>
            <a:srgbClr val="E60012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1828800"/>
                <a:gridCol w="2286000"/>
                <a:gridCol w="40233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이슈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원인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해결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필드명 불일치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FE: guide / BE: content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응답 필드명 통일 + Steering 추가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세션 생성 필수 필드 누락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sessionId 미전송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body에 포함 + Hook 검증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공지 날짜 비교 오류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YYYY-MM-DD vs ISO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종료일 T23:59:59 보정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useCallback dep 누락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 클로저 캡처 실패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 배열 추가 + Steering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JSX 내 as 캐스팅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Babel 파싱 에러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String() 래핑 + Steering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 JSON 크기 제한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 Base64 &gt; 100KB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limit: 10mb 설정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 폴백 API 충돌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static이 API보다 먼저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static을 API 뒤로 이동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tsx 캐시 문제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새 라우트 미반영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--no-cache 옵션 사용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IX. 로드맵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 → 운영 이관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731520" cy="27432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265176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14400"/>
            <a:ext cx="2651760" cy="3657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 (현재)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SQLite(WAL) + 로컬 배포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더미 본인인증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304개 테스트 통과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Kiro Spec 기반 TDD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10개 + Hook 3개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914400"/>
            <a:ext cx="265176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914400"/>
            <a:ext cx="2651760" cy="3657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이관 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137160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전환 (CF/APIGW/Lambda)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RDS/DynamoDB 전환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Manager 적용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동시접속 NFR 검증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본인인증 연동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914400"/>
            <a:ext cx="265176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914400"/>
            <a:ext cx="2651760" cy="36576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이관 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137160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모니터링/알림 구축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공마데/부가통신 확장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운영 환경 확장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배포 체크리스트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운영 문서 갱신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840480" y="2103120"/>
            <a:ext cx="1463040" cy="36576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계발개발 | PO 이명용 · 기획 하태규 · 개발 오두환 · DevOps 이희영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CDR v2 — 원스탑 전환 고객동의 서비스</dc:title>
  <dc:subject>PptxGenJS Presentation</dc:subject>
  <dc:creator>계발개발팀</dc:creator>
  <cp:lastModifiedBy>계발개발팀</cp:lastModifiedBy>
  <cp:revision>1</cp:revision>
  <dcterms:created xsi:type="dcterms:W3CDTF">2026-04-17T03:24:03Z</dcterms:created>
  <dcterms:modified xsi:type="dcterms:W3CDTF">2026-04-17T03:24:03Z</dcterms:modified>
</cp:coreProperties>
</file>